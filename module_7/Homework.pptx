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4F0049E-89E3-4D23-96D3-9B3142C2B9A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B07A65-83D4-4FF8-8E08-77EF9E2903B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1D5F16-1C97-4773-99DB-B74DC62A697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9BF5BBE-9CA7-4FAD-9B28-166A94FBEFB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742495-8850-4FCD-8542-9D07ECD7DB7D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7E2764-B8AB-473A-A13E-ABC65C24B37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2A49A00-5039-47D6-B735-0725C2E2DFD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AE7D0F0-2D41-408C-99F2-6236338D4456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85A317E-ACFE-4097-AA92-45A0414DBBFD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A92BBC8-35B3-4AC6-918E-3D681A20D7C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611A71F-5299-4325-BFD4-5622445271B8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CEDBB9-BB7F-4A0F-A9CE-2E728C9522B9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1B4DC5-2AF2-401F-87A7-D27EEE6ED04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542FAE-9744-460B-8412-342DDCA48966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2D83FA-A1BA-476F-9723-020E9849407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790403-B806-4AA6-9910-15D995BE108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DE02A9-4616-4273-B409-E9E511A94F8E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04B1B5-1428-491D-A4E9-6C76D6C0F60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495B65-4A6E-460B-BC0F-052FAC63D56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9A864B-13FC-4438-AB05-04BA600A39E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280" cy="51429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B9A630-E676-4473-B389-2DFDE66D31E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ECB251-A9D5-466D-98C8-B099AFDA073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https://github.com/Shenggan/BCCD_Dataset" TargetMode="External"/><Relationship Id="rId2" Type="http://schemas.openxmlformats.org/officeDocument/2006/relationships/hyperlink" Target="https://github.com/sgrvinod/a-PyTorch-Tutorial-to-Object-Detection" TargetMode="External"/><Relationship Id="rId3" Type="http://schemas.openxmlformats.org/officeDocument/2006/relationships/hyperlink" Target="https://d2l.ai/chapter_computer-vision/ssd.html" TargetMode="External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54;p13"/>
          <p:cNvSpPr/>
          <p:nvPr/>
        </p:nvSpPr>
        <p:spPr>
          <a:xfrm>
            <a:off x="29520" y="-15840"/>
            <a:ext cx="8658360" cy="68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000000"/>
                </a:solidFill>
                <a:latin typeface="Montserrat"/>
                <a:ea typeface="Montserrat"/>
              </a:rPr>
              <a:t>Домашнее задание к модулю по Computer Vision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Google Shape;55;p13"/>
          <p:cNvSpPr/>
          <p:nvPr/>
        </p:nvSpPr>
        <p:spPr>
          <a:xfrm>
            <a:off x="113760" y="455040"/>
            <a:ext cx="8802360" cy="39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У вас есть ноутбук </a:t>
            </a:r>
            <a:r>
              <a:rPr b="1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circle_generator.ipynb</a:t>
            </a: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 Ваша задача сгенерировать изображения кружочков и натренировать нейронную сеть с архитектурой UNet на предмет сегментации кружочков на сгенерированных изображениях.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- Не забываем про разбиение на train/test/validation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- Считать значение лосса и метрики на трейне и тесте во время обучения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- Построить график лосса на трейне и тесте после обучения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- Оценить качество модели на валидации на выбранной метрике.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2. Решить задачу object detection при помощи SSD на датасете </a:t>
            </a:r>
            <a:r>
              <a:rPr b="0" lang="en" sz="15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1"/>
              </a:rPr>
              <a:t>https://github.com/Shenggan/BCCD_Dataset</a:t>
            </a: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- Реализацию SSD можно посмотреть тут </a:t>
            </a:r>
            <a:r>
              <a:rPr b="0" lang="en" sz="15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2"/>
              </a:rPr>
              <a:t>https://github.com/sgrvinod/a-PyTorch-Tutorial-to-Object-Detection</a:t>
            </a: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Montserrat"/>
              <a:buAutoNum type="arabicPeriod"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- Статья по SSD </a:t>
            </a:r>
            <a:r>
              <a:rPr b="0" lang="en" sz="1500" spc="-1" strike="noStrike" u="sng">
                <a:solidFill>
                  <a:schemeClr val="hlink"/>
                </a:solidFill>
                <a:uFillTx/>
                <a:latin typeface="Montserrat"/>
                <a:ea typeface="Montserrat"/>
                <a:hlinkClick r:id="rId3"/>
              </a:rPr>
              <a:t>https://d2l.ai/chapter_computer-vision/ssd.html</a:t>
            </a: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Montserrat"/>
                <a:ea typeface="Montserrat"/>
              </a:rPr>
              <a:t>Рекомендации по выполнению: выполняйте как вам удобно (либо в юпитер ноутбуке, либо в качестве отдельных модулей). Строгого требования по модульности нет. 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2025-03-25T21:09:58Z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